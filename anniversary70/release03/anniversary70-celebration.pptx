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開始45.0秒、表示7.5秒。字幕は編集できます。CGシーンは動画を埋め込んでいます。BGMは別添soundtrack.mp3を1枚目から全体再生してください。写真場面のパン・ズームはMP4版に含まれます。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開始52.5秒、表示7.5秒。字幕は編集できます。CGシーンは動画を埋め込んでいます。BGMは別添soundtrack.mp3を1枚目から全体再生してください。写真場面のパン・ズームはMP4版に含まれます。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開始60.0秒、表示7.5秒。字幕は編集できます。CGシーンは動画を埋め込んでいます。BGMは別添soundtrack.mp3を1枚目から全体再生してください。写真場面のパン・ズームはMP4版に含まれます。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開始67.5秒、表示7.5秒。字幕は編集できます。CGシーンは動画を埋め込んでいます。BGMは別添soundtrack.mp3を1枚目から全体再生してください。写真場面のパン・ズームはMP4版に含まれます。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開始75.0秒、表示7.5秒。字幕は編集できます。CGシーンは動画を埋め込んでいます。BGMは別添soundtrack.mp3を1枚目から全体再生してください。写真場面のパン・ズームはMP4版に含まれます。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開始82.5秒、表示7.5秒。字幕は編集できます。CGシーンは動画を埋め込んでいます。BGMは別添soundtrack.mp3を1枚目から全体再生してください。写真場面のパン・ズームはMP4版に含まれます。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開始90.0秒、表示7.5秒。字幕は編集できます。CGシーンは動画を埋め込んでいます。BGMは別添soundtrack.mp3を1枚目から全体再生してください。写真場面のパン・ズームはMP4版に含まれます。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開始97.5秒、表示7.5秒。字幕は編集できます。CGシーンは動画を埋め込んでいます。BGMは別添soundtrack.mp3を1枚目から全体再生してください。写真場面のパン・ズームはMP4版に含まれます。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開始105.0秒、表示7.5秒。字幕は編集できます。CGシーンは動画を埋め込んでいます。BGMは別添soundtrack.mp3を1枚目から全体再生してください。写真場面のパン・ズームはMP4版に含まれます。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開始112.5秒、表示7.5秒。字幕は編集できます。CGシーンは動画を埋め込んでいます。BGMは別添soundtrack.mp3を1枚目から全体再生してください。写真場面のパン・ズームはMP4版に含まれます。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開始120.0秒、表示7.5秒。字幕は編集できます。CGシーンは動画を埋め込んでいます。BGMは別添soundtrack.mp3を1枚目から全体再生してください。写真場面のパン・ズームはMP4版に含まれます。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開始127.5秒、表示7.5秒。字幕は編集できます。CGシーンは動画を埋め込んでいます。BGMは別添soundtrack.mp3を1枚目から全体再生してください。写真場面のパン・ズームはMP4版に含まれます。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開始135.0秒、表示7.5秒。字幕は編集できます。CGシーンは動画を埋め込んでいます。BGMは別添soundtrack.mp3を1枚目から全体再生してください。写真場面のパン・ズームはMP4版に含まれます。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開始142.5秒、表示7.5秒。字幕は編集できます。CGシーンは動画を埋め込んでいます。BGMは別添soundtrack.mp3を1枚目から全体再生してください。写真場面のパン・ズームはMP4版に含まれます。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開始150.0秒、表示7.5秒。字幕は編集できます。CGシーンは動画を埋め込んでいます。BGMは別添soundtrack.mp3を1枚目から全体再生してください。写真場面のパン・ズームはMP4版に含まれます。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開始157.5秒、表示7.5秒。字幕は編集できます。CGシーンは動画を埋め込んでいます。BGMは別添soundtrack.mp3を1枚目から全体再生してください。写真場面のパン・ズームはMP4版に含まれます。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開始165.0秒、表示7.5秒。字幕は編集できます。CGシーンは動画を埋め込んでいます。BGMは別添soundtrack.mp3を1枚目から全体再生してください。写真場面のパン・ズームはMP4版に含まれます。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開始172.5秒、表示7.5秒。字幕は編集できます。CGシーンは動画を埋め込んでいます。BGMは別添soundtrack.mp3を1枚目から全体再生してください。写真場面のパン・ズームはMP4版に含まれます。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開始180.0秒、表示7.5秒。字幕は編集できます。CGシーンは動画を埋め込んでいます。BGMは別添soundtrack.mp3を1枚目から全体再生してください。写真場面のパン・ズームはMP4版に含まれます。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開始187.5秒、表示7.5秒。字幕は編集できます。CGシーンは動画を埋め込んでいます。BGMは別添soundtrack.mp3を1枚目から全体再生してください。写真場面のパン・ズームはMP4版に含まれます。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開始195.0秒、表示7.5秒。字幕は編集できます。CGシーンは動画を埋め込んでいます。BGMは別添soundtrack.mp3を1枚目から全体再生してください。写真場面のパン・ズームはMP4版に含まれます。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開始202.5秒、表示7.5秒。字幕は編集できます。CGシーンは動画を埋め込んでいます。BGMは別添soundtrack.mp3を1枚目から全体再生してください。写真場面のパン・ズームはMP4版に含まれます。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開始210.0秒、表示7.5秒。字幕は編集できます。CGシーンは動画を埋め込んでいます。BGMは別添soundtrack.mp3を1枚目から全体再生してください。写真場面のパン・ズームはMP4版に含まれます。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開始217.5秒、表示7.5秒。字幕は編集できます。CGシーンは動画を埋め込んでいます。BGMは別添soundtrack.mp3を1枚目から全体再生してください。写真場面のパン・ズームはMP4版に含まれます。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開始225.0秒、表示7.5秒。字幕は編集できます。CGシーンは動画を埋め込んでいます。BGMは別添soundtrack.mp3を1枚目から全体再生してください。写真場面のパン・ズームはMP4版に含まれます。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開始232.5秒、表示7.5秒。字幕は編集できます。CGシーンは動画を埋め込んでいます。BGMは別添soundtrack.mp3を1枚目から全体再生してください。写真場面のパン・ズームはMP4版に含まれます。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開始240.0秒、表示7.5秒。字幕は編集できます。CGシーンは動画を埋め込んでいます。BGMは別添soundtrack.mp3を1枚目から全体再生してください。写真場面のパン・ズームはMP4版に含まれます。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開始247.5秒、表示7.5秒。字幕は編集できます。CGシーンは動画を埋め込んでいます。BGMは別添soundtrack.mp3を1枚目から全体再生してください。写真場面のパン・ズームはMP4版に含まれます。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開始255.0秒、表示7.5秒。字幕は編集できます。CGシーンは動画を埋め込んでいます。BGMは別添soundtrack.mp3を1枚目から全体再生してください。写真場面のパン・ズームはMP4版に含まれます。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開始262.5秒、表示7.5秒。字幕は編集できます。CGシーンは動画を埋め込んでいます。BGMは別添soundtrack.mp3を1枚目から全体再生してください。写真場面のパン・ズームはMP4版に含まれます。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開始270.0秒、表示7.5秒。字幕は編集できます。CGシーンは動画を埋め込んでいます。BGMは別添soundtrack.mp3を1枚目から全体再生してください。写真場面のパン・ズームはMP4版に含まれます。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開始277.5秒、表示7.5秒。字幕は編集できます。CGシーンは動画を埋め込んでいます。BGMは別添soundtrack.mp3を1枚目から全体再生してください。写真場面のパン・ズームはMP4版に含まれます。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開始285.0秒、表示7.5秒。字幕は編集できます。CGシーンは動画を埋め込んでいます。BGMは別添soundtrack.mp3を1枚目から全体再生してください。写真場面のパン・ズームはMP4版に含まれます。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開始292.5秒、表示7.5秒。字幕は編集できます。CGシーンは動画を埋め込んでいます。BGMは別添soundtrack.mp3を1枚目から全体再生してください。写真場面のパン・ズームはMP4版に含まれます。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開始300.0秒、表示7.5秒。字幕は編集できます。CGシーンは動画を埋め込んでいます。BGMは別添soundtrack.mp3を1枚目から全体再生してください。写真場面のパン・ズームはMP4版に含まれます。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開始307.5秒、表示7.5秒。字幕は編集できます。CGシーンは動画を埋め込んでいます。BGMは別添soundtrack.mp3を1枚目から全体再生してください。写真場面のパン・ズームはMP4版に含まれます。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開始315.0秒、表示7.5秒。字幕は編集できます。CGシーンは動画を埋め込んでいます。BGMは別添soundtrack.mp3を1枚目から全体再生してください。写真場面のパン・ズームはMP4版に含まれます。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開始322.5秒、表示7.5秒。字幕は編集できます。CGシーンは動画を埋め込んでいます。BGMは別添soundtrack.mp3を1枚目から全体再生してください。写真場面のパン・ズームはMP4版に含まれます。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開始330.0秒、表示7.5秒。字幕は編集できます。CGシーンは動画を埋め込んでいます。BGMは別添soundtrack.mp3を1枚目から全体再生してください。写真場面のパン・ズームはMP4版に含まれます。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開始337.5秒、表示7.5秒。字幕は編集できます。CGシーンは動画を埋め込んでいます。BGMは別添soundtrack.mp3を1枚目から全体再生してください。写真場面のパン・ズームはMP4版に含まれます。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開始345.0秒、表示7.5秒。字幕は編集できます。CGシーンは動画を埋め込んでいます。BGMは別添soundtrack.mp3を1枚目から全体再生してください。写真場面のパン・ズームはMP4版に含まれます。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開始352.5秒、表示7.5秒。字幕は編集できます。CGシーンは動画を埋め込んでいます。BGMは別添soundtrack.mp3を1枚目から全体再生してください。写真場面のパン・ズームはMP4版に含まれます。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開始360.0秒、表示7.5秒。字幕は編集できます。CGシーンは動画を埋め込んでいます。BGMは別添soundtrack.mp3を1枚目から全体再生してください。写真場面のパン・ズームはMP4版に含まれます。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開始367.5秒、表示7.5秒。字幕は編集できます。CGシーンは動画を埋め込んでいます。BGMは別添soundtrack.mp3を1枚目から全体再生してください。写真場面のパン・ズームはMP4版に含まれます。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開始375.0秒、表示7.5秒。字幕は編集できます。CGシーンは動画を埋め込んでいます。BGMは別添soundtrack.mp3を1枚目から全体再生してください。写真場面のパン・ズームはMP4版に含まれます。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開始382.5秒、表示7.5秒。字幕は編集できます。CGシーンは動画を埋め込んでいます。BGMは別添soundtrack.mp3を1枚目から全体再生してください。写真場面のパン・ズームはMP4版に含まれます。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開始390.0秒、表示7.5秒。字幕は編集できます。CGシーンは動画を埋め込んでいます。BGMは別添soundtrack.mp3を1枚目から全体再生してください。写真場面のパン・ズームはMP4版に含まれます。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開始397.5秒、表示7.5秒。字幕は編集できます。CGシーンは動画を埋め込んでいます。BGMは別添soundtrack.mp3を1枚目から全体再生してください。写真場面のパン・ズームはMP4版に含まれます。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開始405.0秒、表示7.5秒。字幕は編集できます。CGシーンは動画を埋め込んでいます。BGMは別添soundtrack.mp3を1枚目から全体再生してください。写真場面のパン・ズームはMP4版に含まれます。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開始412.5秒、表示7.5秒。字幕は編集できます。CGシーンは動画を埋め込んでいます。BGMは別添soundtrack.mp3を1枚目から全体再生してください。写真場面のパン・ズームはMP4版に含まれます。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20.jp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22.jp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24.jp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26.jp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28.jp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30.jp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32.jpg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34.jp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36.jp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4"/><Relationship Id="rId3" Type="http://schemas.openxmlformats.org/officeDocument/2006/relationships/video" Target="../media/media19.mp4"/><Relationship Id="rId4" Type="http://schemas.openxmlformats.org/officeDocument/2006/relationships/image" Target="../media/image38.jp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4"/><Relationship Id="rId3" Type="http://schemas.openxmlformats.org/officeDocument/2006/relationships/video" Target="../media/media20.mp4"/><Relationship Id="rId4" Type="http://schemas.openxmlformats.org/officeDocument/2006/relationships/image" Target="../media/image40.jp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4"/><Relationship Id="rId3" Type="http://schemas.openxmlformats.org/officeDocument/2006/relationships/video" Target="../media/media21.mp4"/><Relationship Id="rId4" Type="http://schemas.openxmlformats.org/officeDocument/2006/relationships/image" Target="../media/image42.jp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4"/><Relationship Id="rId3" Type="http://schemas.openxmlformats.org/officeDocument/2006/relationships/video" Target="../media/media22.mp4"/><Relationship Id="rId4" Type="http://schemas.openxmlformats.org/officeDocument/2006/relationships/image" Target="../media/image44.jp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4"/><Relationship Id="rId3" Type="http://schemas.openxmlformats.org/officeDocument/2006/relationships/video" Target="../media/media23.mp4"/><Relationship Id="rId4" Type="http://schemas.openxmlformats.org/officeDocument/2006/relationships/image" Target="../media/image46.jpg"/><Relationship Id="rId5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4"/><Relationship Id="rId3" Type="http://schemas.openxmlformats.org/officeDocument/2006/relationships/video" Target="../media/media24.mp4"/><Relationship Id="rId4" Type="http://schemas.openxmlformats.org/officeDocument/2006/relationships/image" Target="../media/image48.jp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5.mp4"/><Relationship Id="rId3" Type="http://schemas.openxmlformats.org/officeDocument/2006/relationships/video" Target="../media/media25.mp4"/><Relationship Id="rId4" Type="http://schemas.openxmlformats.org/officeDocument/2006/relationships/image" Target="../media/image50.jpg"/><Relationship Id="rId5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6.mp4"/><Relationship Id="rId3" Type="http://schemas.openxmlformats.org/officeDocument/2006/relationships/video" Target="../media/media26.mp4"/><Relationship Id="rId4" Type="http://schemas.openxmlformats.org/officeDocument/2006/relationships/image" Target="../media/image53.jpg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7.mp4"/><Relationship Id="rId3" Type="http://schemas.openxmlformats.org/officeDocument/2006/relationships/video" Target="../media/media27.mp4"/><Relationship Id="rId4" Type="http://schemas.openxmlformats.org/officeDocument/2006/relationships/image" Target="../media/image55.jpg"/><Relationship Id="rId5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8.mp4"/><Relationship Id="rId3" Type="http://schemas.openxmlformats.org/officeDocument/2006/relationships/video" Target="../media/media28.mp4"/><Relationship Id="rId4" Type="http://schemas.openxmlformats.org/officeDocument/2006/relationships/image" Target="../media/image56.jpg"/><Relationship Id="rId5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おかげさまで、70周年。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70年分の感謝を、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今日、この会場で。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技術を伝える力で、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未来をひらく。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1957年。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技術と言葉をつなぐ。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始まりは、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空の技術を、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人の理解へ。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翻訳から、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マニュアル製作へ。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積み重ねたのは、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技術と信頼。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空から、自動車へ。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そして、ものづくりへ。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紙から、デジタルへ。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変わり続けた70年。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変わらない、伝える想い。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空を支える。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確かな情報に。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安全な運用へ、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正確なドキュメントを。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複雑なしくみを、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わかりやすく。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海を支える。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広い海へ。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確かな情報を。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現場で役立つ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技術情報を届ける。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使う人の視点で、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技術を伝える。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ものづくりを支える。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現場を動かす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力のそばに。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専門知識を、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わかりやすい説明へ。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構造を理解し、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伝わる形に。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移動する未来を支える。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その一台にも、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伝える技術。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使いやすさも、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安心も、情報から。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見えないしくみを、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見える理解へ。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つくる人と、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つかう人をつなぐ。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言葉の壁を越えて。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正確さを、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わかりやすさへ。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情報を整え、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価値を高める。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人の知見と、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新しい技術で。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可能性は、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これからも広がる。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必要な情報を、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必要なタイミングで。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伝える力で、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次の現場へ。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変わる社会に、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新しい伝え方を。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進化する技術と、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共に。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空の未来にも。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理解が、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新しい挑戦を支える。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海の未来にも。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世界へ広がる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技術のそばで。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情報の可能性を、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もっと先へ。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世界と、未来を、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つないでいく。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一人ひとりの力が、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未来をつくる。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「伝わる」を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デザインする。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新しい景色へ。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共に歩んでいく。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次の一歩を、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共に。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695950"/>
            <a:ext cx="11430000" cy="971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共に成長する未来を。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信頼を、挑戦を、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次の成長へ。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お客様、社員、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パートナーの皆さまと。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70年分の、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ありがとうございます。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70年の感謝を、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次の未来へ。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今日の喜びを、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明日の力に。</a:t>
            </a:r>
          </a:p>
        </p:txBody>
      </p:sp>
    </p:spTree>
  </p:cSld>
  <p:clrMapOvr>
    <a:masterClrMapping/>
  </p:clrMapOvr>
  <p:transition advClick="0" advTm="7500" spd="fast">
    <p:cut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共に目指す、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100年。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7250"/>
            <a:ext cx="12191999" cy="2190750"/>
          </a:xfrm>
          <a:prstGeom prst="rect">
            <a:avLst/>
          </a:prstGeom>
          <a:solidFill>
            <a:srgbClr val="F9F9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914900"/>
            <a:ext cx="114300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株式会社ホンヤク出版社</a:t>
            </a:r>
          </a:p>
          <a:p>
            <a:pPr algn="ctr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2A60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</a:t>
            </a:r>
          </a:p>
        </p:txBody>
      </p:sp>
    </p:spTree>
  </p:cSld>
  <p:clrMapOvr>
    <a:masterClrMapping/>
  </p:clrMapOvr>
  <p:transition advClick="0" advTm="7500" spd="fast">
    <p:cut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