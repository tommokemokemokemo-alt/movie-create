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自動送り 3秒。動画版は全編BGMあり。効果音：0秒・6秒・15秒・19秒。音声付き完成版は announcement-space.mp4 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自動送り 3秒。動画版は全編BGMあり。効果音：0秒・6秒・15秒・19秒。音声付き完成版は announcement-space.mp4 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自動送り 5秒。動画版は全編BGMあり。効果音：0秒・6秒・15秒・19秒。音声付き完成版は announcement-space.mp4 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自動送り 4秒。動画版は全編BGMあり。効果音：0秒・6秒・15秒・19秒。音声付き完成版は announcement-space.mp4 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自動送り 4秒。動画版は全編BGMあり。効果音：0秒・6秒・15秒・19秒。音声付き完成版は announcement-space.mp4 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自動送り 4秒。動画版は全編BGMあり。効果音：0秒・6秒・15秒・19秒。音声付き完成版は announcement-space.mp4 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自動送り 7秒。動画版は全編BGMあり。効果音：0秒・6秒・15秒・19秒。音声付き完成版は announcement-space.mp4 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542032"/>
            <a:ext cx="11277569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7800" b="1">
                <a:solidFill>
                  <a:srgbClr val="F5D995"/>
                </a:solidFill>
                <a:latin typeface="Noto Sans CJK JP"/>
              </a:defRPr>
            </a:pPr>
            <a:r>
              <a:rPr>
                <a:ea typeface="Noto Sans CJK JP"/>
              </a:rPr>
              <a:t>重大発表</a:t>
            </a:r>
          </a:p>
        </p:txBody>
      </p:sp>
    </p:spTree>
  </p:cSld>
  <p:clrMapOvr>
    <a:masterClrMapping/>
  </p:clrMapOvr>
  <p:transition advClick="0" advTm="3000"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221992"/>
            <a:ext cx="11277569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43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みなさんのおかげで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82112"/>
            <a:ext cx="11277569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43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ホンヤク出版社は</a:t>
            </a:r>
          </a:p>
        </p:txBody>
      </p:sp>
    </p:spTree>
  </p:cSld>
  <p:clrMapOvr>
    <a:masterClrMapping/>
  </p:clrMapOvr>
  <p:transition advClick="0" advTm="3000"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74519"/>
            <a:ext cx="11277569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3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2027年4月17日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79776"/>
            <a:ext cx="11277569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7500" b="1">
                <a:solidFill>
                  <a:srgbClr val="F5D995"/>
                </a:solidFill>
                <a:latin typeface="Noto Sans CJK JP"/>
              </a:defRPr>
            </a:pPr>
            <a:r>
              <a:rPr>
                <a:ea typeface="Noto Sans CJK JP"/>
              </a:rPr>
              <a:t>創業70周年</a:t>
            </a:r>
          </a:p>
        </p:txBody>
      </p:sp>
    </p:spTree>
  </p:cSld>
  <p:clrMapOvr>
    <a:masterClrMapping/>
  </p:clrMapOvr>
  <p:transition advClick="0" advTm="5000"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560320"/>
            <a:ext cx="11277569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5700" b="1">
                <a:solidFill>
                  <a:srgbClr val="F5D995"/>
                </a:solidFill>
                <a:latin typeface="Noto Sans CJK JP"/>
              </a:defRPr>
            </a:pPr>
            <a:r>
              <a:rPr>
                <a:ea typeface="Noto Sans CJK JP"/>
              </a:rPr>
              <a:t>記念パーティー開催</a:t>
            </a:r>
          </a:p>
        </p:txBody>
      </p:sp>
    </p:spTree>
  </p:cSld>
  <p:clrMapOvr>
    <a:masterClrMapping/>
  </p:clrMapOvr>
  <p:transition advClick="0" advTm="4000"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560320"/>
            <a:ext cx="11277569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5400" b="1">
                <a:solidFill>
                  <a:srgbClr val="F5D995"/>
                </a:solidFill>
                <a:latin typeface="Noto Sans CJK JP"/>
              </a:defRPr>
            </a:pPr>
            <a:r>
              <a:rPr>
                <a:ea typeface="Noto Sans CJK JP"/>
              </a:rPr>
              <a:t>2027年4月16日（金）</a:t>
            </a:r>
          </a:p>
        </p:txBody>
      </p:sp>
    </p:spTree>
  </p:cSld>
  <p:clrMapOvr>
    <a:masterClrMapping/>
  </p:clrMapOvr>
  <p:transition advClick="0" advTm="4000"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651760"/>
            <a:ext cx="11277569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4300" b="1">
                <a:solidFill>
                  <a:srgbClr val="F5D995"/>
                </a:solidFill>
                <a:latin typeface="Noto Sans CJK JP"/>
              </a:defRPr>
            </a:pPr>
            <a:r>
              <a:rPr>
                <a:ea typeface="Noto Sans CJK JP"/>
              </a:rPr>
              <a:t>ホテルニューオータニ東京</a:t>
            </a:r>
          </a:p>
        </p:txBody>
      </p:sp>
    </p:spTree>
  </p:cSld>
  <p:clrMapOvr>
    <a:masterClrMapping/>
  </p:clrMapOvr>
  <p:transition advClick="0" advTm="4000"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755648"/>
            <a:ext cx="11277569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4500" b="1">
                <a:solidFill>
                  <a:srgbClr val="F5D995"/>
                </a:solidFill>
                <a:latin typeface="Noto Sans CJK JP"/>
              </a:defRPr>
            </a:pPr>
            <a:r>
              <a:rPr>
                <a:ea typeface="Noto Sans CJK JP"/>
              </a:rPr>
              <a:t>70周年記念パーティー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569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3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2027年4月16日（金）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03904"/>
            <a:ext cx="11277569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ホテルニューオータニ東京</a:t>
            </a:r>
          </a:p>
        </p:txBody>
      </p:sp>
    </p:spTree>
  </p:cSld>
  <p:clrMapOvr>
    <a:masterClrMapping/>
  </p:clrMapOvr>
  <p:transition advClick="0" advTm="7000"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