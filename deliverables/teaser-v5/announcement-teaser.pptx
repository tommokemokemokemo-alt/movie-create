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自動送り 3秒。動画版は全編BGMあり。効果音：0秒・6秒・17秒・21秒。音声付き完成版は announcement-teaser.mp4 を参照。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自動送り 3秒。動画版は全編BGMあり。効果音：0秒・6秒・17秒・21秒。音声付き完成版は announcement-teaser.mp4 を参照。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自動送り 5秒。動画版は全編BGMあり。効果音：0秒・6秒・17秒・21秒。音声付き完成版は announcement-teaser.mp4 を参照。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自動送り 2秒。動画版は全編BGMあり。効果音：0秒・6秒・17秒・21秒。音声付き完成版は announcement-teaser.mp4 を参照。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自動送り 4秒。動画版は全編BGMあり。効果音：0秒・6秒・17秒・21秒。音声付き完成版は announcement-teaser.mp4 を参照。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自動送り 4秒。動画版は全編BGMあり。効果音：0秒・6秒・17秒・21秒。音声付き完成版は announcement-teaser.mp4 を参照。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自動送り 4秒。動画版は全編BGMあり。効果音：0秒・6秒・17秒・21秒。音声付き完成版は announcement-teaser.mp4 を参照。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自動送り 7秒。動画版は全編BGMあり。効果音：0秒・6秒・17秒・21秒。音声付き完成版は announcement-teaser.mp4 を参照。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pa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2542032"/>
            <a:ext cx="11277569" cy="11887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defRPr sz="7800" b="1">
                <a:solidFill>
                  <a:srgbClr val="F5D995"/>
                </a:solidFill>
                <a:latin typeface="Noto Sans CJK JP"/>
              </a:defRPr>
            </a:pPr>
            <a:r>
              <a:rPr>
                <a:ea typeface="Noto Sans CJK JP"/>
              </a:rPr>
              <a:t>重大発表</a:t>
            </a:r>
          </a:p>
        </p:txBody>
      </p:sp>
    </p:spTree>
  </p:cSld>
  <p:clrMapOvr>
    <a:masterClrMapping/>
  </p:clrMapOvr>
  <p:transition advClick="0" advTm="3000"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pa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2221992"/>
            <a:ext cx="11277569" cy="11887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defRPr sz="4300" b="1">
                <a:solidFill>
                  <a:srgbClr val="FFFFFF"/>
                </a:solidFill>
                <a:latin typeface="Noto Sans CJK JP"/>
              </a:defRPr>
            </a:pPr>
            <a:r>
              <a:rPr>
                <a:ea typeface="Noto Sans CJK JP"/>
              </a:rPr>
              <a:t>みなさんのおかげで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182112"/>
            <a:ext cx="11277569" cy="11887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defRPr sz="4300" b="1">
                <a:solidFill>
                  <a:srgbClr val="FFFFFF"/>
                </a:solidFill>
                <a:latin typeface="Noto Sans CJK JP"/>
              </a:defRPr>
            </a:pPr>
            <a:r>
              <a:rPr>
                <a:ea typeface="Noto Sans CJK JP"/>
              </a:rPr>
              <a:t>ホンヤク出版社は</a:t>
            </a:r>
          </a:p>
        </p:txBody>
      </p:sp>
    </p:spTree>
  </p:cSld>
  <p:clrMapOvr>
    <a:masterClrMapping/>
  </p:clrMapOvr>
  <p:transition advClick="0" advTm="3000" spd="med">
    <p:fade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pa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1874519"/>
            <a:ext cx="11277569" cy="11887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defRPr sz="3300" b="1">
                <a:solidFill>
                  <a:srgbClr val="FFFFFF"/>
                </a:solidFill>
                <a:latin typeface="Noto Sans CJK JP"/>
              </a:defRPr>
            </a:pPr>
            <a:r>
              <a:rPr>
                <a:ea typeface="Noto Sans CJK JP"/>
              </a:rPr>
              <a:t>2027年4月17日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779776"/>
            <a:ext cx="11277569" cy="11887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defRPr sz="7500" b="1">
                <a:solidFill>
                  <a:srgbClr val="F5D995"/>
                </a:solidFill>
                <a:latin typeface="Noto Sans CJK JP"/>
              </a:defRPr>
            </a:pPr>
            <a:r>
              <a:rPr>
                <a:ea typeface="Noto Sans CJK JP"/>
              </a:rPr>
              <a:t>創業70周年</a:t>
            </a:r>
          </a:p>
        </p:txBody>
      </p:sp>
    </p:spTree>
  </p:cSld>
  <p:clrMapOvr>
    <a:masterClrMapping/>
  </p:clrMapOvr>
  <p:transition advClick="0" advTm="5000" spd="med">
    <p:fade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pa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2560320"/>
            <a:ext cx="11277569" cy="11887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defRPr sz="6600" b="1">
                <a:solidFill>
                  <a:srgbClr val="F5D995"/>
                </a:solidFill>
                <a:latin typeface="Noto Sans CJK JP"/>
              </a:defRPr>
            </a:pPr>
            <a:r>
              <a:rPr>
                <a:ea typeface="Noto Sans CJK JP"/>
              </a:rPr>
              <a:t>そこで・・・</a:t>
            </a:r>
          </a:p>
        </p:txBody>
      </p:sp>
    </p:spTree>
  </p:cSld>
  <p:clrMapOvr>
    <a:masterClrMapping/>
  </p:clrMapOvr>
  <p:transition advClick="0" advTm="2000" spd="med">
    <p:fade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pa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2560320"/>
            <a:ext cx="11277569" cy="11887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defRPr sz="5700" b="1">
                <a:solidFill>
                  <a:srgbClr val="F5D995"/>
                </a:solidFill>
                <a:latin typeface="Noto Sans CJK JP"/>
              </a:defRPr>
            </a:pPr>
            <a:r>
              <a:rPr>
                <a:ea typeface="Noto Sans CJK JP"/>
              </a:rPr>
              <a:t>記念パーティー開催</a:t>
            </a:r>
          </a:p>
        </p:txBody>
      </p:sp>
    </p:spTree>
  </p:cSld>
  <p:clrMapOvr>
    <a:masterClrMapping/>
  </p:clrMapOvr>
  <p:transition advClick="0" advTm="4000" spd="med">
    <p:fade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pa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2560320"/>
            <a:ext cx="11277569" cy="11887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defRPr sz="5400" b="1">
                <a:solidFill>
                  <a:srgbClr val="F5D995"/>
                </a:solidFill>
                <a:latin typeface="Noto Sans CJK JP"/>
              </a:defRPr>
            </a:pPr>
            <a:r>
              <a:rPr>
                <a:ea typeface="Noto Sans CJK JP"/>
              </a:rPr>
              <a:t>2027年4月16日（金）</a:t>
            </a:r>
          </a:p>
        </p:txBody>
      </p:sp>
    </p:spTree>
  </p:cSld>
  <p:clrMapOvr>
    <a:masterClrMapping/>
  </p:clrMapOvr>
  <p:transition advClick="0" advTm="4000" spd="med">
    <p:fade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pa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2651760"/>
            <a:ext cx="11277569" cy="11887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defRPr sz="4300" b="1">
                <a:solidFill>
                  <a:srgbClr val="F5D995"/>
                </a:solidFill>
                <a:latin typeface="Noto Sans CJK JP"/>
              </a:defRPr>
            </a:pPr>
            <a:r>
              <a:rPr>
                <a:ea typeface="Noto Sans CJK JP"/>
              </a:rPr>
              <a:t>ホテルニューオータニ東京</a:t>
            </a:r>
          </a:p>
        </p:txBody>
      </p:sp>
    </p:spTree>
  </p:cSld>
  <p:clrMapOvr>
    <a:masterClrMapping/>
  </p:clrMapOvr>
  <p:transition advClick="0" advTm="4000" spd="med">
    <p:fade/>
  </p:transition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pa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1755648"/>
            <a:ext cx="11277569" cy="11887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defRPr sz="4500" b="1">
                <a:solidFill>
                  <a:srgbClr val="F5D995"/>
                </a:solidFill>
                <a:latin typeface="Noto Sans CJK JP"/>
              </a:defRPr>
            </a:pPr>
            <a:r>
              <a:rPr>
                <a:ea typeface="Noto Sans CJK JP"/>
              </a:rPr>
              <a:t>70周年記念パーティー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926080"/>
            <a:ext cx="11277569" cy="11887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defRPr sz="3300" b="1">
                <a:solidFill>
                  <a:srgbClr val="FFFFFF"/>
                </a:solidFill>
                <a:latin typeface="Noto Sans CJK JP"/>
              </a:defRPr>
            </a:pPr>
            <a:r>
              <a:rPr>
                <a:ea typeface="Noto Sans CJK JP"/>
              </a:rPr>
              <a:t>2027年4月16日（金）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803904"/>
            <a:ext cx="11277569" cy="11887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defRPr sz="3100" b="1">
                <a:solidFill>
                  <a:srgbClr val="FFFFFF"/>
                </a:solidFill>
                <a:latin typeface="Noto Sans CJK JP"/>
              </a:defRPr>
            </a:pPr>
            <a:r>
              <a:rPr>
                <a:ea typeface="Noto Sans CJK JP"/>
              </a:rPr>
              <a:t>ホテルニューオータニ東京</a:t>
            </a:r>
          </a:p>
        </p:txBody>
      </p:sp>
    </p:spTree>
  </p:cSld>
  <p:clrMapOvr>
    <a:masterClrMapping/>
  </p:clrMapOvr>
  <p:transition advClick="0" advTm="7000" spd="med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