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自動送り：3秒。フェードで次のスライドへ。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自動送り：4秒。フェードで次のスライドへ。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自動送り：5秒。フェードで次のスライドへ。 創業年1957は元資料の創業70周年・2027年から算出。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自動送り：4秒。フェードで次のスライドへ。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自動送り：5秒。フェードで次のスライドへ。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自動送り：5秒。フェードで次のスライドへ。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自動送り：8秒。フェードで次のスライドへ。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411480" cy="41148"/>
          </a:xfrm>
          <a:prstGeom prst="rect">
            <a:avLst/>
          </a:prstGeom>
          <a:solidFill>
            <a:srgbClr val="D7B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0040"/>
            <a:ext cx="3657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9184"/>
            <a:ext cx="3291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70TH ANNIVERSARY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08792" cy="10972"/>
          </a:xfrm>
          <a:prstGeom prst="rect">
            <a:avLst/>
          </a:prstGeom>
          <a:solidFill>
            <a:srgbClr val="35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37376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感謝を、次の時代へ。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37376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01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2591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SPECIAL ANNOUNCEMENT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72591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800" b="0">
                <a:solidFill>
                  <a:srgbClr val="F6F2E9"/>
                </a:solidFill>
                <a:latin typeface="Noto Sans CJK JP"/>
              </a:defRPr>
            </a:pPr>
            <a:r>
              <a:rPr>
                <a:ea typeface="Noto Sans CJK JP"/>
              </a:rPr>
              <a:t>重大発表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3886200"/>
            <a:ext cx="1371600" cy="22860"/>
          </a:xfrm>
          <a:prstGeom prst="rect">
            <a:avLst/>
          </a:prstGeom>
          <a:solidFill>
            <a:srgbClr val="D7B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15968"/>
            <a:ext cx="1072591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皆さまへ、大切なお知らせです。</a:t>
            </a:r>
          </a:p>
        </p:txBody>
      </p:sp>
    </p:spTree>
  </p:cSld>
  <p:clrMapOvr>
    <a:masterClrMapping/>
  </p:clrMapOvr>
  <p:transition advClick="0" advTm="3000"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411480" cy="41148"/>
          </a:xfrm>
          <a:prstGeom prst="rect">
            <a:avLst/>
          </a:prstGeom>
          <a:solidFill>
            <a:srgbClr val="D7B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0040"/>
            <a:ext cx="3657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9184"/>
            <a:ext cx="3291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70TH ANNIVERSARY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08792" cy="10972"/>
          </a:xfrm>
          <a:prstGeom prst="rect">
            <a:avLst/>
          </a:prstGeom>
          <a:solidFill>
            <a:srgbClr val="35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37376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感謝を、次の時代へ。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37376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73152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100584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4200" b="0">
                <a:solidFill>
                  <a:srgbClr val="F6F2E9"/>
                </a:solidFill>
                <a:latin typeface="Noto Sans CJK JP"/>
              </a:defRPr>
            </a:pPr>
            <a:r>
              <a:rPr>
                <a:ea typeface="Noto Sans CJK JP"/>
              </a:rPr>
              <a:t>みなさんのおかげで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1005840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ホンヤク出版社は、</a:t>
            </a:r>
          </a:p>
          <a:p>
            <a:pPr algn="l">
              <a:defRPr sz="31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大きな節目を迎えます。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5394960"/>
            <a:ext cx="914400" cy="32004"/>
          </a:xfrm>
          <a:prstGeom prst="rect">
            <a:avLst/>
          </a:prstGeom>
          <a:solidFill>
            <a:srgbClr val="D7B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4000"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411480" cy="41148"/>
          </a:xfrm>
          <a:prstGeom prst="rect">
            <a:avLst/>
          </a:prstGeom>
          <a:solidFill>
            <a:srgbClr val="D7B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0040"/>
            <a:ext cx="3657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9184"/>
            <a:ext cx="3291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70TH ANNIVERSARY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08792" cy="10972"/>
          </a:xfrm>
          <a:prstGeom prst="rect">
            <a:avLst/>
          </a:prstGeom>
          <a:solidFill>
            <a:srgbClr val="35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37376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感謝を、次の時代へ。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37376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07592"/>
            <a:ext cx="457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1957 —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00784"/>
            <a:ext cx="5486400" cy="3108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800" b="0">
                <a:solidFill>
                  <a:srgbClr val="D7B776"/>
                </a:solidFill>
                <a:latin typeface="Noto Serif CJK JP"/>
              </a:defRPr>
            </a:pPr>
            <a:r>
              <a:rPr>
                <a:ea typeface="Noto Serif CJK JP"/>
              </a:rPr>
              <a:t>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76272"/>
            <a:ext cx="45720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創業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798064"/>
            <a:ext cx="45720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6400" b="0">
                <a:solidFill>
                  <a:srgbClr val="F6F2E9"/>
                </a:solidFill>
                <a:latin typeface="Noto Sans CJK JP"/>
              </a:defRPr>
            </a:pPr>
            <a:r>
              <a:rPr>
                <a:ea typeface="Noto Sans CJK JP"/>
              </a:rPr>
              <a:t>周年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251960"/>
            <a:ext cx="4206240" cy="20116"/>
          </a:xfrm>
          <a:prstGeom prst="rect">
            <a:avLst/>
          </a:prstGeom>
          <a:solidFill>
            <a:srgbClr val="D7B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590288"/>
            <a:ext cx="45720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0">
                <a:solidFill>
                  <a:srgbClr val="F6F2E9"/>
                </a:solidFill>
                <a:latin typeface="Noto Sans CJK JP"/>
              </a:defRPr>
            </a:pPr>
            <a:r>
              <a:rPr>
                <a:ea typeface="Noto Sans CJK JP"/>
              </a:rPr>
              <a:t>2027年4月17日</a:t>
            </a:r>
          </a:p>
        </p:txBody>
      </p:sp>
    </p:spTree>
  </p:cSld>
  <p:clrMapOvr>
    <a:masterClrMapping/>
  </p:clrMapOvr>
  <p:transition advClick="0" advTm="5000"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411480" cy="41148"/>
          </a:xfrm>
          <a:prstGeom prst="rect">
            <a:avLst/>
          </a:prstGeom>
          <a:solidFill>
            <a:srgbClr val="D7B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0040"/>
            <a:ext cx="3657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9184"/>
            <a:ext cx="3291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70TH ANNIVERSARY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08792" cy="10972"/>
          </a:xfrm>
          <a:prstGeom prst="rect">
            <a:avLst/>
          </a:prstGeom>
          <a:solidFill>
            <a:srgbClr val="35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37376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感謝を、次の時代へ。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37376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2591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CELEBRATING 70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072591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70周年を記念して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072591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600" b="0">
                <a:solidFill>
                  <a:srgbClr val="F6F2E9"/>
                </a:solidFill>
                <a:latin typeface="Noto Sans CJK JP"/>
              </a:defRPr>
            </a:pPr>
            <a:r>
              <a:rPr>
                <a:ea typeface="Noto Sans CJK JP"/>
              </a:rPr>
              <a:t>記念パーティーを開催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72591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4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感謝の気持ちを込めて。</a:t>
            </a:r>
          </a:p>
        </p:txBody>
      </p:sp>
    </p:spTree>
  </p:cSld>
  <p:clrMapOvr>
    <a:masterClrMapping/>
  </p:clrMapOvr>
  <p:transition advClick="0" advTm="4000"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411480" cy="41148"/>
          </a:xfrm>
          <a:prstGeom prst="rect">
            <a:avLst/>
          </a:prstGeom>
          <a:solidFill>
            <a:srgbClr val="D7B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0040"/>
            <a:ext cx="3657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9184"/>
            <a:ext cx="3291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70TH ANNIVERSARY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08792" cy="10972"/>
          </a:xfrm>
          <a:prstGeom prst="rect">
            <a:avLst/>
          </a:prstGeom>
          <a:solidFill>
            <a:srgbClr val="35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37376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感謝を、次の時代へ。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37376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3657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365760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56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83664"/>
            <a:ext cx="6400800" cy="182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0" b="0">
                <a:solidFill>
                  <a:srgbClr val="D7B776"/>
                </a:solidFill>
                <a:latin typeface="Noto Serif CJK JP"/>
              </a:defRPr>
            </a:pPr>
            <a:r>
              <a:rPr>
                <a:ea typeface="Noto Serif CJK JP"/>
              </a:rPr>
              <a:t>4.16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2770632"/>
            <a:ext cx="219456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000" b="0">
                <a:solidFill>
                  <a:srgbClr val="F6F2E9"/>
                </a:solidFill>
                <a:latin typeface="Noto Sans CJK JP"/>
              </a:defRPr>
            </a:pPr>
            <a:r>
              <a:rPr>
                <a:ea typeface="Noto Sans CJK JP"/>
              </a:rPr>
              <a:t>金曜日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4251960"/>
            <a:ext cx="10241280" cy="18288"/>
          </a:xfrm>
          <a:prstGeom prst="rect">
            <a:avLst/>
          </a:prstGeom>
          <a:solidFill>
            <a:srgbClr val="35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100584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0">
                <a:solidFill>
                  <a:srgbClr val="F6F2E9"/>
                </a:solidFill>
                <a:latin typeface="Noto Sans CJK JP"/>
              </a:defRPr>
            </a:pPr>
            <a:r>
              <a:rPr>
                <a:ea typeface="Noto Sans CJK JP"/>
              </a:rPr>
              <a:t>2027年4月16日（金）</a:t>
            </a:r>
          </a:p>
        </p:txBody>
      </p:sp>
    </p:spTree>
  </p:cSld>
  <p:clrMapOvr>
    <a:masterClrMapping/>
  </p:clrMapOvr>
  <p:transition advClick="0" advTm="5000"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411480" cy="41148"/>
          </a:xfrm>
          <a:prstGeom prst="rect">
            <a:avLst/>
          </a:prstGeom>
          <a:solidFill>
            <a:srgbClr val="D7B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0040"/>
            <a:ext cx="3657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9184"/>
            <a:ext cx="3291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70TH ANNIVERSARY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08792" cy="10972"/>
          </a:xfrm>
          <a:prstGeom prst="rect">
            <a:avLst/>
          </a:prstGeom>
          <a:solidFill>
            <a:srgbClr val="35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37376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感謝を、次の時代へ。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37376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3657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105156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4400" b="0">
                <a:solidFill>
                  <a:srgbClr val="F6F2E9"/>
                </a:solidFill>
                <a:latin typeface="Noto Sans CJK JP"/>
              </a:defRPr>
            </a:pPr>
            <a:r>
              <a:rPr>
                <a:ea typeface="Noto Sans CJK JP"/>
              </a:rPr>
              <a:t>ホテルニューオータニ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75887"/>
            <a:ext cx="548640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57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東京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5120640"/>
            <a:ext cx="914400" cy="27432"/>
          </a:xfrm>
          <a:prstGeom prst="rect">
            <a:avLst/>
          </a:prstGeom>
          <a:solidFill>
            <a:srgbClr val="D7B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5000"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411480" cy="41148"/>
          </a:xfrm>
          <a:prstGeom prst="rect">
            <a:avLst/>
          </a:prstGeom>
          <a:solidFill>
            <a:srgbClr val="D7B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0040"/>
            <a:ext cx="3657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9184"/>
            <a:ext cx="3291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70TH ANNIVERSARY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09360"/>
            <a:ext cx="10908792" cy="10972"/>
          </a:xfrm>
          <a:prstGeom prst="rect">
            <a:avLst/>
          </a:prstGeom>
          <a:solidFill>
            <a:srgbClr val="35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37376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感謝を、次の時代へ。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37376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0">
                <a:solidFill>
                  <a:srgbClr val="AAB8C8"/>
                </a:solidFill>
                <a:latin typeface="Noto Sans CJK JP"/>
              </a:defRPr>
            </a:pPr>
            <a:r>
              <a:rPr>
                <a:ea typeface="Noto Sans CJK JP"/>
              </a:rPr>
              <a:t>07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98448"/>
            <a:ext cx="3200400" cy="2103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0" b="0">
                <a:solidFill>
                  <a:srgbClr val="D7B776"/>
                </a:solidFill>
                <a:latin typeface="Noto Serif CJK JP"/>
              </a:defRPr>
            </a:pPr>
            <a:r>
              <a:rPr>
                <a:ea typeface="Noto Serif CJK JP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691640"/>
            <a:ext cx="73152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400" b="0">
                <a:solidFill>
                  <a:srgbClr val="F6F2E9"/>
                </a:solidFill>
                <a:latin typeface="Noto Sans CJK JP"/>
              </a:defRPr>
            </a:pPr>
            <a:r>
              <a:rPr>
                <a:ea typeface="Noto Sans CJK JP"/>
              </a:rPr>
              <a:t>周年記念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2423160"/>
            <a:ext cx="7315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4700" b="0">
                <a:solidFill>
                  <a:srgbClr val="F6F2E9"/>
                </a:solidFill>
                <a:latin typeface="Noto Sans CJK JP"/>
              </a:defRPr>
            </a:pPr>
            <a:r>
              <a:rPr>
                <a:ea typeface="Noto Sans CJK JP"/>
              </a:rPr>
              <a:t>パーティー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675887"/>
            <a:ext cx="10241280" cy="22860"/>
          </a:xfrm>
          <a:prstGeom prst="rect">
            <a:avLst/>
          </a:prstGeom>
          <a:solidFill>
            <a:srgbClr val="D7B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96512"/>
            <a:ext cx="1280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日時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005072"/>
            <a:ext cx="82296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000" b="0">
                <a:solidFill>
                  <a:srgbClr val="F6F2E9"/>
                </a:solidFill>
                <a:latin typeface="Noto Sans CJK JP"/>
              </a:defRPr>
            </a:pPr>
            <a:r>
              <a:rPr>
                <a:ea typeface="Noto Sans CJK JP"/>
              </a:rPr>
              <a:t>2027年4月16日（金）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65192"/>
            <a:ext cx="1280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D7B776"/>
                </a:solidFill>
                <a:latin typeface="Noto Sans CJK JP"/>
              </a:defRPr>
            </a:pPr>
            <a:r>
              <a:rPr>
                <a:ea typeface="Noto Sans CJK JP"/>
              </a:rPr>
              <a:t>会場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864608"/>
            <a:ext cx="82296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900" b="0">
                <a:solidFill>
                  <a:srgbClr val="F6F2E9"/>
                </a:solidFill>
                <a:latin typeface="Noto Sans CJK JP"/>
              </a:defRPr>
            </a:pPr>
            <a:r>
              <a:rPr>
                <a:ea typeface="Noto Sans CJK JP"/>
              </a:rPr>
              <a:t>ホテルニューオータニ東京</a:t>
            </a:r>
          </a:p>
        </p:txBody>
      </p:sp>
    </p:spTree>
  </p:cSld>
  <p:clrMapOvr>
    <a:masterClrMapping/>
  </p:clrMapOvr>
  <p:transition advClick="0" advTm="8000"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